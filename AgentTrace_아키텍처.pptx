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533"/>
                </a:solidFill>
                <a:latin typeface="Malgun Gothic"/>
              </a:rPr>
              <a:t>AgentTrace 아키텍처</a:t>
            </a:r>
          </a:p>
        </p:txBody>
      </p:sp>
      <p:pic>
        <p:nvPicPr>
          <p:cNvPr id="3" name="Picture 2" descr="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896" y="932688"/>
            <a:ext cx="6493902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